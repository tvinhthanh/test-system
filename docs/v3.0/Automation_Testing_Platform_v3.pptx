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Automation Testing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Quality Engineering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Fragmented reports</a:t>
            </a:r>
          </a:p>
          <a:p>
            <a:pPr>
              <a:defRPr sz="2400"/>
            </a:pPr>
            <a:r>
              <a:t>Slow debugging</a:t>
            </a:r>
          </a:p>
          <a:p>
            <a:pPr>
              <a:defRPr sz="2400"/>
            </a:pPr>
            <a:r>
              <a:t>No unified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Run → Collect → Normalize → Analyze → Recommend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Agent</a:t>
            </a:r>
          </a:p>
          <a:p>
            <a:pPr>
              <a:defRPr sz="2400"/>
            </a:pPr>
            <a:r>
              <a:t>E2E Runner</a:t>
            </a:r>
          </a:p>
          <a:p>
            <a:pPr>
              <a:defRPr sz="2400"/>
            </a:pPr>
            <a:r>
              <a:t>Unified Report Center</a:t>
            </a:r>
          </a:p>
          <a:p>
            <a:pPr>
              <a:defRPr sz="2400"/>
            </a:pPr>
            <a:r>
              <a:t>Artifacts</a:t>
            </a:r>
          </a:p>
          <a:p>
            <a:pPr>
              <a:defRPr sz="2400"/>
            </a:pPr>
            <a:r>
              <a:t>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Web</a:t>
            </a:r>
          </a:p>
          <a:p>
            <a:pPr>
              <a:defRPr sz="2400"/>
            </a:pPr>
            <a:r>
              <a:t>API</a:t>
            </a:r>
          </a:p>
          <a:p>
            <a:pPr>
              <a:defRPr sz="2400"/>
            </a:pPr>
            <a:r>
              <a:t>Agent</a:t>
            </a:r>
          </a:p>
          <a:p>
            <a:pPr>
              <a:defRPr sz="2400"/>
            </a:pPr>
            <a:r>
              <a:t>Report Center</a:t>
            </a:r>
          </a:p>
          <a:p>
            <a:pPr>
              <a:defRPr sz="2400"/>
            </a:pPr>
            <a: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P0 Validate</a:t>
            </a:r>
          </a:p>
          <a:p>
            <a:pPr>
              <a:defRPr sz="2400"/>
            </a:pPr>
            <a:r>
              <a:t>P1 Runner</a:t>
            </a:r>
          </a:p>
          <a:p>
            <a:pPr>
              <a:defRPr sz="2400"/>
            </a:pPr>
            <a:r>
              <a:t>P2 Test Mgmt</a:t>
            </a:r>
          </a:p>
          <a:p>
            <a:pPr>
              <a:defRPr sz="2400"/>
            </a:pPr>
            <a:r>
              <a:t>P3 CI</a:t>
            </a:r>
          </a:p>
          <a:p>
            <a:pPr>
              <a:defRPr sz="2400"/>
            </a:pPr>
            <a:r>
              <a:t>P4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Unified Report Center</a:t>
            </a:r>
          </a:p>
          <a:p>
            <a:pPr>
              <a:defRPr sz="2400"/>
            </a:pPr>
            <a:r>
              <a:t>AI Failure Analysis</a:t>
            </a:r>
          </a:p>
          <a:p>
            <a:pPr>
              <a:defRPr sz="2400"/>
            </a:pPr>
            <a:r>
              <a:t>Local Agent</a:t>
            </a:r>
          </a:p>
          <a:p>
            <a:pPr>
              <a:defRPr sz="2400"/>
            </a:pPr>
            <a:r>
              <a:t>Framework Agnostic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Time-to-root-cause</a:t>
            </a:r>
          </a:p>
          <a:p>
            <a:pPr>
              <a:defRPr sz="2400"/>
            </a:pPr>
            <a:r>
              <a:t>Design Partners</a:t>
            </a:r>
          </a:p>
          <a:p>
            <a:pPr>
              <a:defRPr sz="2400"/>
            </a:pPr>
            <a:r>
              <a:t>Iterative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